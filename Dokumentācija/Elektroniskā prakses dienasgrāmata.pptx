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1" r:id="rId3"/>
    <p:sldId id="262" r:id="rId4"/>
    <p:sldId id="259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544" y="2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541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02361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6270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52775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9221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10698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78059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218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52597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1749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941385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8020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6573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106926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095031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194298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54390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430225-EAA2-4C6D-8BC0-1B97D5FAE5AD}" type="datetimeFigureOut">
              <a:rPr lang="lv-LV" smtClean="0"/>
              <a:t>09.06.2021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5DC64-8E95-4995-9D45-722B3CB4CC5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06984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C403-8C35-4A24-830A-DD30C57BE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Elektroniskā prakses dienasgrāmata</a:t>
            </a:r>
            <a:endParaRPr lang="lv-LV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626F8-7EF1-4D9E-B0D0-E8F7886D31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dirty="0"/>
              <a:t>Armands </a:t>
            </a:r>
            <a:r>
              <a:rPr lang="lv-LV" dirty="0" err="1"/>
              <a:t>Ļuta</a:t>
            </a:r>
            <a:r>
              <a:rPr lang="lv-LV" dirty="0"/>
              <a:t> D42</a:t>
            </a:r>
          </a:p>
        </p:txBody>
      </p:sp>
    </p:spTree>
    <p:extLst>
      <p:ext uri="{BB962C8B-B14F-4D97-AF65-F5344CB8AC3E}">
        <p14:creationId xmlns:p14="http://schemas.microsoft.com/office/powerpoint/2010/main" val="2667990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1D1C-55E9-407E-8178-0EBD1CB2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Uzdevuma nostādne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5B6F-09C8-46F9-87E2-E1D11009B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Izveidot prakses uzskaites portālu priekš mācību iestādēm un uzņēmumiem</a:t>
            </a:r>
          </a:p>
          <a:p>
            <a:r>
              <a:rPr lang="lv-LV" dirty="0"/>
              <a:t>Mērķis piedāvāt valsts iestādēm un uzņēmumiem mūsu prakses uzskaites portālu, pretī saņemot ikmēneša abonementā maksājumus.</a:t>
            </a:r>
          </a:p>
          <a:p>
            <a:r>
              <a:rPr lang="lv-LV" dirty="0"/>
              <a:t>Vairākas sistēmas lomas ar dažādām iespējām</a:t>
            </a:r>
          </a:p>
          <a:p>
            <a:pPr lvl="1"/>
            <a:r>
              <a:rPr lang="lv-LV" dirty="0"/>
              <a:t>Skolas administrators</a:t>
            </a:r>
          </a:p>
          <a:p>
            <a:pPr lvl="1"/>
            <a:r>
              <a:rPr lang="lv-LV" dirty="0"/>
              <a:t>Skolas prakses vadītājs</a:t>
            </a:r>
          </a:p>
          <a:p>
            <a:pPr lvl="1"/>
            <a:r>
              <a:rPr lang="lv-LV" dirty="0"/>
              <a:t>Praktikants</a:t>
            </a:r>
          </a:p>
          <a:p>
            <a:pPr lvl="1"/>
            <a:r>
              <a:rPr lang="lv-LV" dirty="0"/>
              <a:t>Uzņēmuma administrators</a:t>
            </a:r>
          </a:p>
          <a:p>
            <a:pPr lvl="1"/>
            <a:r>
              <a:rPr lang="lv-LV" dirty="0"/>
              <a:t>Uzņēmuma prakses vadītājs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06943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6B47-2398-4025-851E-E7E9655D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Izmantotās izstrādes tehnoloģijas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8B53-9A0B-4111-AC71-AFF596723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power </a:t>
            </a: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apps</a:t>
            </a: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 (</a:t>
            </a: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portal</a:t>
            </a: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)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html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jquery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javascript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liquid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regex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xml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Css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power </a:t>
            </a: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automate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json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logic</a:t>
            </a: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 </a:t>
            </a: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apps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Xml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cds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sql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lv-LV" b="0" i="0" dirty="0" err="1">
                <a:solidFill>
                  <a:srgbClr val="24292E"/>
                </a:solidFill>
                <a:effectLst/>
                <a:latin typeface="-apple-system"/>
              </a:rPr>
              <a:t>Xml</a:t>
            </a:r>
            <a:endParaRPr lang="lv-LV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lv-LV" b="0" i="0" dirty="0">
                <a:solidFill>
                  <a:srgbClr val="24292E"/>
                </a:solidFill>
                <a:effectLst/>
                <a:latin typeface="-apple-system"/>
              </a:rPr>
              <a:t>YAML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07248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22DC-1BF2-4C4D-8773-C971421B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Funkcionālās dekompozīcijas diagramma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93A317-D85C-43BA-BE7B-DD40D9A32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599" y="1858212"/>
            <a:ext cx="4328628" cy="505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8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96DB-EFF2-44A1-911E-490B25E2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Funkcionālās dekompozīcijas diagramma turpinājums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5E7A2-3564-435B-AB56-F1DF434D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151" y="1853248"/>
            <a:ext cx="6840354" cy="49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9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9AFE-1691-4AA9-BD05-21BF000B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Tabulu saišu shēma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E49236-AD27-43AA-9A40-98DC243E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940" y="1609810"/>
            <a:ext cx="6450677" cy="511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3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708-D531-4200-8E2C-A8691E32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Datu plūsmu diagramma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DD8DD-579E-4F7E-B366-97FA5035D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Lietotāju autorizēšana</a:t>
            </a:r>
          </a:p>
          <a:p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21ECA-BA66-4297-9231-F1BEBF6DCB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29406" y="2788368"/>
            <a:ext cx="6380430" cy="23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80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6639-30F0-4AC1-AB06-D00BEF41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Datu plūsmu diagramma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5C87-9368-4E46-AD6A-0FF7C94B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Skolu un uzņēmumu reģistrēšana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B4976-3086-444E-872D-071CA537F6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35282" y="2855107"/>
            <a:ext cx="6611437" cy="23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1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0995-1931-43A8-BC46-41547607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Programmas galvenais logs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4365AF-7625-493A-AC35-524EFC05BEA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948" y="1424539"/>
            <a:ext cx="6713930" cy="498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9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CE0C-0E20-4A93-A5B1-0EA780D0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743" y="2618403"/>
            <a:ext cx="9404723" cy="1400530"/>
          </a:xfrm>
        </p:spPr>
        <p:txBody>
          <a:bodyPr/>
          <a:lstStyle/>
          <a:p>
            <a:pPr algn="ctr"/>
            <a:r>
              <a:rPr lang="lv-LV" sz="4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Paldies par uzmanību!!!</a:t>
            </a:r>
          </a:p>
        </p:txBody>
      </p:sp>
    </p:spTree>
    <p:extLst>
      <p:ext uri="{BB962C8B-B14F-4D97-AF65-F5344CB8AC3E}">
        <p14:creationId xmlns:p14="http://schemas.microsoft.com/office/powerpoint/2010/main" val="3392506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105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Century Gothic</vt:lpstr>
      <vt:lpstr>Wingdings 3</vt:lpstr>
      <vt:lpstr>Ion</vt:lpstr>
      <vt:lpstr>Elektroniskā prakses dienasgrāmata</vt:lpstr>
      <vt:lpstr>Uzdevuma nostādne</vt:lpstr>
      <vt:lpstr>Izmantotās izstrādes tehnoloģijas</vt:lpstr>
      <vt:lpstr>Funkcionālās dekompozīcijas diagramma</vt:lpstr>
      <vt:lpstr>Funkcionālās dekompozīcijas diagramma turpinājums</vt:lpstr>
      <vt:lpstr>Tabulu saišu shēma</vt:lpstr>
      <vt:lpstr>Datu plūsmu diagramma</vt:lpstr>
      <vt:lpstr>Datu plūsmu diagramma</vt:lpstr>
      <vt:lpstr>Programmas galvenais logs</vt:lpstr>
      <vt:lpstr>Paldies par uzmanību!!!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Elektroniskā prakses dienasgrāmata</dc:title>
  <dc:creator>armands luta</dc:creator>
  <cp:lastModifiedBy>armands luta</cp:lastModifiedBy>
  <cp:revision>4</cp:revision>
  <dcterms:created xsi:type="dcterms:W3CDTF">2021-06-09T16:06:54Z</dcterms:created>
  <dcterms:modified xsi:type="dcterms:W3CDTF">2021-06-09T16:49:38Z</dcterms:modified>
</cp:coreProperties>
</file>